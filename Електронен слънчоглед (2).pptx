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79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22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31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85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44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99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42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2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8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87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997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632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92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9944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437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335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999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CCDA5F1-CED9-4B03-A8EC-D67BF0268C0C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14090AC-D3FD-4A6C-BF17-DF9532A90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9520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ECE14-26A4-BED8-F4B8-857B181E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sz="6000" b="1" dirty="0"/>
              <a:t>Електронен</a:t>
            </a:r>
            <a:r>
              <a:rPr lang="bg-BG" dirty="0"/>
              <a:t> </a:t>
            </a:r>
            <a:r>
              <a:rPr lang="bg-BG" i="1" dirty="0"/>
              <a:t>слънчоглед</a:t>
            </a:r>
            <a:endParaRPr lang="en-GB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597FF-1009-D475-91B6-C6E88F3ED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038" y="3853699"/>
            <a:ext cx="6400800" cy="1947333"/>
          </a:xfrm>
        </p:spPr>
        <p:txBody>
          <a:bodyPr/>
          <a:lstStyle/>
          <a:p>
            <a:r>
              <a:rPr lang="bg-BG" dirty="0"/>
              <a:t>От </a:t>
            </a:r>
            <a:r>
              <a:rPr lang="en-GB" dirty="0"/>
              <a:t>Tech brothers </a:t>
            </a:r>
            <a:r>
              <a:rPr lang="bg-BG" dirty="0"/>
              <a:t>(Никола Чукаров 8б, Огнян Кацарски 8в и Александър Демирев 8ж)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2124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4588C-9136-BA1B-399D-6D46BDF4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567" y="685800"/>
            <a:ext cx="8534400" cy="1507067"/>
          </a:xfrm>
        </p:spPr>
        <p:txBody>
          <a:bodyPr/>
          <a:lstStyle/>
          <a:p>
            <a:r>
              <a:rPr lang="en-GB" dirty="0"/>
              <a:t> </a:t>
            </a:r>
            <a:r>
              <a:rPr lang="bg-BG" dirty="0"/>
              <a:t>Какъв проблем решаваме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61D6-26A5-235B-4D51-76F81E176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225" y="2181225"/>
            <a:ext cx="6463840" cy="3532239"/>
          </a:xfrm>
        </p:spPr>
        <p:txBody>
          <a:bodyPr>
            <a:normAutofit fontScale="92500" lnSpcReduction="10000"/>
          </a:bodyPr>
          <a:lstStyle/>
          <a:p>
            <a:r>
              <a:rPr lang="bg-BG" dirty="0"/>
              <a:t>Тъй като повечето соларни панели са неподвижни, те не могат винаги да събират слънчевата сжетлина поради факта, че земята се върти около слънцето и така соларните панели не могат винаги да бъдат в обхвата на слънчевата светлина, затова ние направихме така, че соларният панел да се движи спрямо светлината. </a:t>
            </a:r>
          </a:p>
          <a:p>
            <a:r>
              <a:rPr lang="bg-BG" dirty="0"/>
              <a:t>Другия проблем, който решаваме, е всъщност при почистването на панела, който повечето нямат. Използваме помпа, която пуска вода само в определено време и почиства панела. 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9D843-6736-EB68-8315-BABBBD5FD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349" y="1674284"/>
            <a:ext cx="45148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193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25C1-FE62-E3BF-E647-2C651E78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83" y="790403"/>
            <a:ext cx="8534400" cy="1507067"/>
          </a:xfrm>
        </p:spPr>
        <p:txBody>
          <a:bodyPr/>
          <a:lstStyle/>
          <a:p>
            <a:r>
              <a:rPr lang="bg-BG" dirty="0"/>
              <a:t>Как нашият проект е по-ефективно решение?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F3B13-60E5-66F3-0B89-D7A2C78FF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83" y="2877573"/>
            <a:ext cx="5569104" cy="2549833"/>
          </a:xfrm>
        </p:spPr>
        <p:txBody>
          <a:bodyPr/>
          <a:lstStyle/>
          <a:p>
            <a:r>
              <a:rPr lang="bg-BG" dirty="0"/>
              <a:t>Нашият проект оптимизира печеленето на ток от слънчевата светлина, като успява да улови 100% от нея в хубаво време чрез програмирано завъртане и автоматично почистване на соларния панел.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2CA74-F452-5112-9957-1FEE305E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30" y="1850732"/>
            <a:ext cx="5632370" cy="357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83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4708-0CBA-3608-9643-6F300BD92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80" y="298790"/>
            <a:ext cx="8534400" cy="1507067"/>
          </a:xfrm>
        </p:spPr>
        <p:txBody>
          <a:bodyPr/>
          <a:lstStyle/>
          <a:p>
            <a:r>
              <a:rPr lang="en-GB" dirty="0"/>
              <a:t> </a:t>
            </a:r>
            <a:r>
              <a:rPr lang="bg-BG" b="1" i="1" dirty="0"/>
              <a:t>Какъв е нашият проект?</a:t>
            </a:r>
            <a:endParaRPr lang="en-GB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A99E2-6A51-54DC-6351-9A9B4670F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580" y="2455607"/>
            <a:ext cx="6247530" cy="3551904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Нашият проект използва слънчевата светлина за захранването и зареждането на батерията и задвижването на цялата система.</a:t>
            </a:r>
            <a:br>
              <a:rPr lang="bg-BG" dirty="0"/>
            </a:br>
            <a:r>
              <a:rPr lang="bg-BG" dirty="0"/>
              <a:t>Идеята на веригата, която се задвижва от соларния панел, е да може чрез серво моторите да пренасочва соларния към слънцето.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79D92-4A89-F7F7-2E54-D3A08F0E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110" y="1659606"/>
            <a:ext cx="5418062" cy="451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8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0785-B0AC-FDB3-BEB8-122FFAB7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64" y="685800"/>
            <a:ext cx="8534400" cy="1507067"/>
          </a:xfrm>
        </p:spPr>
        <p:txBody>
          <a:bodyPr>
            <a:normAutofit/>
          </a:bodyPr>
          <a:lstStyle/>
          <a:p>
            <a:r>
              <a:rPr lang="bg-BG" sz="4000" b="1" i="1" dirty="0"/>
              <a:t>Как пестим енергия?</a:t>
            </a:r>
            <a:endParaRPr lang="en-GB" sz="40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E855-C2A4-B03B-4AC8-1D4E627B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064" y="2192867"/>
            <a:ext cx="4163091" cy="2595443"/>
          </a:xfrm>
        </p:spPr>
        <p:txBody>
          <a:bodyPr/>
          <a:lstStyle/>
          <a:p>
            <a:pPr marL="0" indent="0">
              <a:buNone/>
            </a:pPr>
            <a:r>
              <a:rPr lang="bg-BG" b="1" dirty="0"/>
              <a:t>Чрез соларния панел ние зареждаме батерията</a:t>
            </a:r>
            <a:r>
              <a:rPr lang="en-GB" b="1" dirty="0"/>
              <a:t> </a:t>
            </a:r>
            <a:r>
              <a:rPr lang="bg-BG" b="1" dirty="0"/>
              <a:t>и използваме слънчевата и панела го превръща в електричество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D5CD0-C2C1-F53C-DDDF-A1CBCDDC5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278" y="1946787"/>
            <a:ext cx="5674371" cy="373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2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D86662-4F7A-9F15-9F5E-F99C97753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650"/>
            <a:ext cx="12191999" cy="6941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FCFF2-F73C-4E7D-96C5-4018B5422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284" y="5244416"/>
            <a:ext cx="8392704" cy="1507067"/>
          </a:xfrm>
        </p:spPr>
        <p:txBody>
          <a:bodyPr>
            <a:normAutofit/>
          </a:bodyPr>
          <a:lstStyle/>
          <a:p>
            <a:r>
              <a:rPr lang="bg-BG" sz="4400" b="1" dirty="0"/>
              <a:t>Благодаря за вниманието!</a:t>
            </a:r>
            <a:endParaRPr lang="en-GB" sz="4400" b="1" dirty="0"/>
          </a:p>
        </p:txBody>
      </p:sp>
    </p:spTree>
    <p:extLst>
      <p:ext uri="{BB962C8B-B14F-4D97-AF65-F5344CB8AC3E}">
        <p14:creationId xmlns:p14="http://schemas.microsoft.com/office/powerpoint/2010/main" val="4072273380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126</TotalTime>
  <Words>215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Slice</vt:lpstr>
      <vt:lpstr>Електронен слънчоглед</vt:lpstr>
      <vt:lpstr> Какъв проблем решаваме</vt:lpstr>
      <vt:lpstr>Как нашият проект е по-ефективно решение?</vt:lpstr>
      <vt:lpstr> Какъв е нашият проект?</vt:lpstr>
      <vt:lpstr>Как пестим енергия?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Chukarov</dc:creator>
  <cp:lastModifiedBy>Nikola Chukarov</cp:lastModifiedBy>
  <cp:revision>6</cp:revision>
  <dcterms:created xsi:type="dcterms:W3CDTF">2026-10-03T12:52:33Z</dcterms:created>
  <dcterms:modified xsi:type="dcterms:W3CDTF">2026-10-04T09:00:39Z</dcterms:modified>
</cp:coreProperties>
</file>